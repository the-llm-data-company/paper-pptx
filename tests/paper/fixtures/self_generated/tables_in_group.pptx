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_level_box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Top-level text</a:t>
            </a:r>
          </a:p>
        </p:txBody>
      </p:sp>
      <p:grpSp>
        <p:nvGrpSpPr>
          <p:cNvPr id="3" name="outer_group"/>
          <p:cNvGrpSpPr/>
          <p:nvPr/>
        </p:nvGrpSpPr>
        <p:grpSpPr>
          <a:xfrm>
            <a:off x="914400" y="1828800"/>
            <a:ext cx="2743200" cy="731520"/>
            <a:chOff x="914400" y="1828800"/>
            <a:chExt cx="2743200" cy="731520"/>
          </a:xfrm>
        </p:grpSpPr>
        <p:sp>
          <p:nvSpPr>
            <p:cNvPr id="4" name="in_group_box"/>
            <p:cNvSpPr txBox="1"/>
            <p:nvPr/>
          </p:nvSpPr>
          <p:spPr>
            <a:xfrm>
              <a:off x="914400" y="1828800"/>
              <a:ext cx="2743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In-group text</a:t>
              </a:r>
            </a:p>
          </p:txBody>
        </p:sp>
        <p:graphicFrame>
          <p:nvGraphicFramePr>
            <p:cNvPr id="5" name="grouped_table"/>
            <p:cNvGraphicFramePr>
              <a:graphicFrameLocks noGrp="1"/>
            </p:cNvGraphicFramePr>
            <p:nvPr/>
          </p:nvGraphicFramePr>
          <p:xfrm>
            <a:off x="914400" y="3200400"/>
            <a:ext cx="3657600" cy="1371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828800"/>
                  <a:gridCol w="1828800"/>
                </a:tblGrid>
                <a:tr h="685800">
                  <a:tc>
                    <a:txBody>
                      <a:bodyPr/>
                      <a:lstStyle/>
                      <a:p>
                        <a:r>
                          <a:t>cell r0c0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cell r0c1</a:t>
                        </a:r>
                      </a:p>
                    </a:txBody>
                    <a:tcPr/>
                  </a:tc>
                </a:tr>
                <a:tr h="685800">
                  <a:tc>
                    <a:txBody>
                      <a:bodyPr/>
                      <a:lstStyle/>
                      <a:p>
                        <a:r>
                          <a:t>cell r1c0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cell r1c1</a:t>
                        </a:r>
                      </a:p>
                    </a:txBody>
                    <a:tcPr/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