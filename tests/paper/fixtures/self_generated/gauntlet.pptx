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3.5</c:v>
                </c:pt>
                <c:pt idx="1">
                  <c:v>4.25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Gauntlet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lt2" tx2="dk2" accent1="accent2" accent2="accent1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Trebuchet M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example.com/pape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Gauntlet: branded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Inherited body level one</a:t>
            </a:r>
          </a:p>
          <a:p>
            <a:pPr lvl="1"/>
            <a:r>
              <a:t>Inherited body level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Gauntlet: chart and notes</a:t>
            </a:r>
          </a:p>
        </p:txBody>
      </p:sp>
      <p:graphicFrame>
        <p:nvGraphicFramePr>
          <p:cNvPr id="3" name="gauntlet_chart"/>
          <p:cNvGraphicFramePr>
            <a:graphicFrameLocks noGrp="1"/>
          </p:cNvGraphicFramePr>
          <p:nvPr/>
        </p:nvGraphicFramePr>
        <p:xfrm>
          <a:off x="914400" y="137160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gauntlet_img_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fit_none_box"/>
          <p:cNvSpPr txBox="1"/>
          <p:nvPr/>
        </p:nvSpPr>
        <p:spPr>
          <a:xfrm>
            <a:off x="457200" y="457200"/>
            <a:ext cx="2743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No autofit.</a:t>
            </a:r>
          </a:p>
        </p:txBody>
      </p:sp>
      <p:sp>
        <p:nvSpPr>
          <p:cNvPr id="3" name="autofit_normal_box"/>
          <p:cNvSpPr txBox="1"/>
          <p:nvPr/>
        </p:nvSpPr>
        <p:spPr>
          <a:xfrm>
            <a:off x="457200" y="1828800"/>
            <a:ext cx="2743200" cy="10972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r>
              <a:t>Norm autofit.</a:t>
            </a:r>
          </a:p>
        </p:txBody>
      </p:sp>
      <p:sp>
        <p:nvSpPr>
          <p:cNvPr id="4" name="autofit_shape_box"/>
          <p:cNvSpPr txBox="1"/>
          <p:nvPr/>
        </p:nvSpPr>
        <p:spPr>
          <a:xfrm>
            <a:off x="457200" y="32004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 autofit.</a:t>
            </a:r>
          </a:p>
        </p:txBody>
      </p:sp>
      <p:sp>
        <p:nvSpPr>
          <p:cNvPr id="5" name="real_bullet_box"/>
          <p:cNvSpPr txBox="1"/>
          <p:nvPr/>
        </p:nvSpPr>
        <p:spPr>
          <a:xfrm>
            <a:off x="3657600" y="457200"/>
            <a:ext cx="27432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Font typeface="Arial"/>
              <a:buChar char="•"/>
            </a:pPr>
            <a:r>
              <a:t>A real bullet</a:t>
            </a:r>
          </a:p>
        </p:txBody>
      </p:sp>
      <p:graphicFrame>
        <p:nvGraphicFramePr>
          <p:cNvPr id="6" name="gauntlet_table"/>
          <p:cNvGraphicFramePr>
            <a:graphicFrameLocks noGrp="1"/>
          </p:cNvGraphicFramePr>
          <p:nvPr/>
        </p:nvGraphicFramePr>
        <p:xfrm>
          <a:off x="3657600" y="22860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gauntlet_cropped" descr="image.png"/>
          <p:cNvPicPr>
            <a:picLocks noChangeAspect="1"/>
          </p:cNvPicPr>
          <p:nvPr/>
        </p:nvPicPr>
        <p:blipFill>
          <a:blip r:embed="rId2"/>
          <a:srcRect l="25000" t="10000"/>
          <a:stretch>
            <a:fillRect/>
          </a:stretch>
        </p:blipFill>
        <p:spPr>
          <a:xfrm>
            <a:off x="777240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Gauntlet: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gauntlet_img_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657600"/>
            <a:ext cx="1828800" cy="1828800"/>
          </a:xfrm>
          <a:prstGeom prst="rect">
            <a:avLst/>
          </a:prstGeom>
        </p:spPr>
      </p:pic>
      <p:sp>
        <p:nvSpPr>
          <p:cNvPr id="5" name="hyperlink_box"/>
          <p:cNvSpPr txBox="1"/>
          <p:nvPr/>
        </p:nvSpPr>
        <p:spPr>
          <a:xfrm>
            <a:off x="914400" y="3657600"/>
            <a:ext cx="36576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hlinkClick r:id="rId3"/>
              </a:rPr>
              <a:t>External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