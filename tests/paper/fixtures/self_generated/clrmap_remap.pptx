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dk1" tx1="lt1" bg2="lt2" tx2="dk2" accent1="accent2" accent2="accent1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ccent1_box"/>
          <p:cNvSpPr/>
          <p:nvPr/>
        </p:nvSpPr>
        <p:spPr>
          <a:xfrm>
            <a:off x="914400" y="914400"/>
            <a:ext cx="2743200" cy="1371600"/>
          </a:xfrm>
          <a:prstGeom prst="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x1_text"/>
          <p:cNvSpPr txBox="1"/>
          <p:nvPr/>
        </p:nvSpPr>
        <p:spPr>
          <a:xfrm>
            <a:off x="914400" y="27432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chemeClr val="tx1"/>
                </a:solidFill>
              </a:rPr>
              <a:t>Mapped text color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