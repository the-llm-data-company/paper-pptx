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itespace_box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Trailing 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