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Alpha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Paper template 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point one</a:t>
            </a:r>
          </a:p>
          <a:p>
            <a:pPr lvl="1"/>
            <a:r>
              <a:t>Alpha point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lpha_pi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3" name="alpha_box"/>
          <p:cNvSpPr txBox="1"/>
          <p:nvPr/>
        </p:nvSpPr>
        <p:spPr>
          <a:xfrm>
            <a:off x="36576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Alpha floating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 Alph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AA3311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