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merged_table"/>
          <p:cNvGraphicFramePr>
            <a:graphicFrameLocks noGrp="1"/>
          </p:cNvGraphicFramePr>
          <p:nvPr/>
        </p:nvGraphicFramePr>
        <p:xfrm>
          <a:off x="457200" y="6400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914400">
                <a:tc gridSpan="4">
                  <a:txBody>
                    <a:bodyPr/>
                    <a:lstStyle/>
                    <a:p>
                      <a:r>
                        <a:t>Merged header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914400">
                <a:tc rowSpan="2">
                  <a:txBody>
                    <a:bodyPr/>
                    <a:lstStyle/>
                    <a:p>
                      <a:r>
                        <a:t>Merged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9144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r4c0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