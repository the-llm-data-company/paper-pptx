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clean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 slide, no extras.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