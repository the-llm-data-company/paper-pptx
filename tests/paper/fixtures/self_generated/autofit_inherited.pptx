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Trebuchet M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autofit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/>
          </a:bodyPr>
          <a:lstStyle/>
          <a:p>
            <a:r>
              <a:rPr/>
              <a:t>Level one inherits 26pt</a:t>
            </a:r>
          </a:p>
          <a:p>
            <a:pPr lvl="1"/>
            <a:r>
              <a:rPr/>
              <a:t>Level two inherits 22pt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