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custShowLst>
    <p:custShow name="Focus" id="0">
      <p:sldLst>
        <p:sld r:id="rId8"/>
        <p:sld r:id="rId10"/>
      </p:sldLst>
    </p:custShow>
  </p:custShow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ns0:sectionLst xmlns:ns0="http://schemas.microsoft.com/office/powerpoint/2010/main">
        <ns0:section name="Intro" id="{11111111-1111-4111-8111-111111111111}">
          <ns0:sldIdLst>
            <ns0:sldId id="256"/>
          </ns0:sldIdLst>
        </ns0:section>
        <ns0:section name="Body" id="{22222222-2222-4222-8222-222222222222}">
          <ns0:sldIdLst>
            <ns0:sldId id="257"/>
            <ns0:sldId id="258"/>
            <ns0:sldId id="259"/>
          </ns0:sldIdLst>
        </ns0:section>
        <ns0:section name="Close" id="{33333333-3333-4333-8333-333333333333}">
          <ns0:sldIdLst>
            <ns0:sldId id="260"/>
          </ns0:sldIdLst>
        </ns0:section>
      </ns0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deck slide 1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deck slide 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deck slide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deck slide 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Section deck slide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