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fit_box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utofit fixture text that is long enough to exercise fitting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