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evel0_box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Level zero</a:t>
            </a:r>
          </a:p>
        </p:txBody>
      </p:sp>
      <p:grpSp>
        <p:nvGrpSpPr>
          <p:cNvPr id="3" name="group_level1"/>
          <p:cNvGrpSpPr/>
          <p:nvPr/>
        </p:nvGrpSpPr>
        <p:grpSpPr>
          <a:xfrm>
            <a:off x="914400" y="1371600"/>
            <a:ext cx="3108960" cy="2377440"/>
            <a:chOff x="914400" y="1371600"/>
            <a:chExt cx="3108960" cy="2377440"/>
          </a:xfrm>
        </p:grpSpPr>
        <p:sp>
          <p:nvSpPr>
            <p:cNvPr id="4" name="level1_box"/>
            <p:cNvSpPr txBox="1"/>
            <p:nvPr/>
          </p:nvSpPr>
          <p:spPr>
            <a:xfrm>
              <a:off x="914400" y="1371600"/>
              <a:ext cx="27432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Level one</a:t>
              </a:r>
            </a:p>
          </p:txBody>
        </p:sp>
        <p:grpSp>
          <p:nvGrpSpPr>
            <p:cNvPr id="5" name="group_level2"/>
            <p:cNvGrpSpPr/>
            <p:nvPr/>
          </p:nvGrpSpPr>
          <p:grpSpPr>
            <a:xfrm>
              <a:off x="1097280" y="2286000"/>
              <a:ext cx="2926080" cy="1463040"/>
              <a:chOff x="1097280" y="2286000"/>
              <a:chExt cx="2926080" cy="1463040"/>
            </a:xfrm>
          </p:grpSpPr>
          <p:sp>
            <p:nvSpPr>
              <p:cNvPr id="6" name="level2_box"/>
              <p:cNvSpPr txBox="1"/>
              <p:nvPr/>
            </p:nvSpPr>
            <p:spPr>
              <a:xfrm>
                <a:off x="1097280" y="2286000"/>
                <a:ext cx="2743200" cy="54864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Level two</a:t>
                </a:r>
              </a:p>
            </p:txBody>
          </p:sp>
          <p:grpSp>
            <p:nvGrpSpPr>
              <p:cNvPr id="7" name="group_level3"/>
              <p:cNvGrpSpPr/>
              <p:nvPr/>
            </p:nvGrpSpPr>
            <p:grpSpPr>
              <a:xfrm>
                <a:off x="1280160" y="3200400"/>
                <a:ext cx="2743200" cy="548640"/>
                <a:chOff x="1280160" y="3200400"/>
                <a:chExt cx="2743200" cy="548640"/>
              </a:xfrm>
            </p:grpSpPr>
            <p:sp>
              <p:nvSpPr>
                <p:cNvPr id="8" name="level3_box"/>
                <p:cNvSpPr txBox="1"/>
                <p:nvPr/>
              </p:nvSpPr>
              <p:spPr>
                <a:xfrm>
                  <a:off x="1280160" y="3200400"/>
                  <a:ext cx="2743200" cy="54864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t>Level three</a:t>
                  </a: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