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Footered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content on slide 1.</a:t>
            </a:r>
          </a:p>
        </p:txBody>
      </p:sp>
      <p:sp>
        <p:nvSpPr>
          <p:cNvPr id="4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00000000-1111-4222-8333-000000000001}" type="datetime">
              <a:rPr lang="en-US" smtClean="0"/>
              <a:t>7/8/2026</a:t>
            </a:fld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Paper Fixture Footer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111-4222-8333-000000000002}" type="slidenum">
              <a:rPr lang="en-US" smtClean="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Footered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content on slide 2.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00000000-1111-4222-8333-000000000003}" type="datetime">
              <a:rPr lang="en-US" smtClean="0"/>
              <a:t>7/8/2026</a:t>
            </a:fld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Paper Fixture Footer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111-4222-8333-000000000004}" type="slidenum">
              <a:rPr lang="en-US" smtClean="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Footered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content on slide 3.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00000000-1111-4222-8333-000000000005}" type="datetime">
              <a:rPr lang="en-US" smtClean="0"/>
              <a:t>7/8/2026</a:t>
            </a:fld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111-4222-8333-000000000006}" type="slidenum">
              <a:rPr lang="en-US" smtClean="0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Footered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content on slide 4.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00000000-1111-4222-8333-000000000007}" type="datetime">
              <a:rPr lang="en-US" smtClean="0"/>
              <a:t>7/8/2026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Paper Fixture Footer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111-4222-8333-000000000008}" type="slidenum">
              <a:rPr lang="en-US" smtClean="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Footered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content on slide 5.</a:t>
            </a:r>
          </a:p>
        </p:txBody>
      </p:sp>
      <p:sp>
        <p:nvSpPr>
          <p:cNvPr id="4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00000000-1111-4222-8333-000000000009}" type="datetime">
              <a:rPr lang="en-US" smtClean="0"/>
              <a:t>7/8/2026</a:t>
            </a:fld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Paper Fixture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111-4222-8333-000000000010}" type="slidenum">
              <a:rPr lang="en-US" smtClean="0"/>
              <a:t>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