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embeddedFontLst>
    <p:embeddedFont>
      <p:font typeface="Paper Fixture Font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Paper Reviewer" initials="PR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commentAuthors" Target="commentAuthors.xml"/><Relationship Id="rId13" Type="http://schemas.openxmlformats.org/officeDocument/2006/relationships/font" Target="fonts/font1.fntdata"/></Relationships>
</file>

<file path=ppt/comments/comment1.xml><?xml version="1.0" encoding="utf-8"?>
<p:cmLst xmlns:p="http://schemas.openxmlformats.org/presentationml/2006/main">
  <p:cm authorId="0" dt="2026-07-08T09:00:00.000" idx="1">
    <p:pos x="10" y="10"/>
    <p:text>First fixture comment.</p:text>
  </p:cm>
  <p:cm authorId="0" dt="2026-07-08T09:05:00.000" idx="2">
    <p:pos x="20" y="20"/>
    <p:text>Second fixture comment.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on slide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on slide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_unused_layout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90" name="unused_layout_pic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Scrub target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one body.</a:t>
            </a:r>
          </a:p>
        </p:txBody>
      </p:sp>
      <p:pic>
        <p:nvPicPr>
          <p:cNvPr id="4" name="live_media_pi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6576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Scrub target 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Scrub target three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three body.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hidden_slide_box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Hidden slide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Paper Fixture Author</dc:creator>
  <cp:keywords/>
  <dc:description>Deck-level metadata comment.</dc:description>
  <cp:lastModifiedBy>Paper Fixture Editor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epartment">
    <vt:lpwstr>Fixtures</vt:lpwstr>
  </property>
</Properties>
</file>