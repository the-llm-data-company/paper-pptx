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fit_box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Autofit fixture text that is long enough to exercise fitt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