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8.75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eta Spe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Paper template 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 point one</a:t>
            </a:r>
          </a:p>
          <a:p>
            <a:pPr lvl="1"/>
            <a:r>
              <a:t>Beta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Chart</a:t>
            </a:r>
          </a:p>
        </p:txBody>
      </p:sp>
      <p:graphicFrame>
        <p:nvGraphicFramePr>
          <p:cNvPr id="3" name="beta_chart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ta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 Bet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66B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ourier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