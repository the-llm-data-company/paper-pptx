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2"/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notes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Constant body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three</a:t>
            </a:r>
          </a:p>
        </p:txBody>
      </p:sp>
      <p:graphicFrame>
        <p:nvGraphicFramePr>
          <p:cNvPr id="3" name="lineage_chart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eage_pi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lineage_box"/>
          <p:cNvSpPr txBox="1"/>
          <p:nvPr/>
        </p:nvSpPr>
        <p:spPr>
          <a:xfrm>
            <a:off x="365760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Anchored 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five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Fifth slide body.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