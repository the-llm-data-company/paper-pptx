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FY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North</c:v>
                </c:pt>
                <c:pt idx="1">
                  <c:v>South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10.0</c:v>
                </c:pt>
                <c:pt idx="1">
                  <c:v>20.0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Original notes for slide two.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Lineage slide 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Constant body text.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Lineage slide two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slide body.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Lineage slide three</a:t>
            </a:r>
          </a:p>
        </p:txBody>
      </p:sp>
      <p:graphicFrame>
        <p:nvGraphicFramePr>
          <p:cNvPr id="3" name="lineage_chart"/>
          <p:cNvGraphicFramePr>
            <a:graphicFrameLocks noGrp="1"/>
          </p:cNvGraphicFramePr>
          <p:nvPr/>
        </p:nvGraphicFramePr>
        <p:xfrm>
          <a:off x="9144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lineage_pic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828800" cy="1828800"/>
          </a:xfrm>
          <a:prstGeom prst="rect">
            <a:avLst/>
          </a:prstGeom>
        </p:spPr>
      </p:pic>
      <p:sp>
        <p:nvSpPr>
          <p:cNvPr id="3" name="lineage_box"/>
          <p:cNvSpPr txBox="1"/>
          <p:nvPr/>
        </p:nvSpPr>
        <p:spPr>
          <a:xfrm>
            <a:off x="3657600" y="4572000"/>
            <a:ext cx="2743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Anchored box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Lineage slide five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Fifth slide body.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