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295508-705C-44A5-851A-34778F1F3D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B2B11-6B5E-45B3-9E75-61FEED8CC9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17A36A-2DC5-41FF-9EC7-335CF3544D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BAFD67-0394-4F0F-B8B5-5D88708FC9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ED769E-6A7A-40F9-A141-0C2C37DE26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3AE6B9-D088-476D-834B-436E9D23D1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F40764-00DF-4F60-BA70-0048A383FF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F099BD-4A20-46CC-8D04-1796EC519A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A7676F-2C8A-40B2-AF2E-216EF88D12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F71494-8C75-472A-9FC5-09482E3ECB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DEB76B-AACC-46D9-9D90-C6C8A77478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Minimal clean fixture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One slide, no extras.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