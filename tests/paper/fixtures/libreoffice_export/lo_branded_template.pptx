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A46B6B-200A-48EC-B501-B927983430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def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805DE0-ACC9-43FE-B77C-BBE4FE17D1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def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97894C-1F37-42E7-BFC0-15C4BB18FA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  <a:defRPr lang="en-US" sz="2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  <a:def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FA250D-AE3A-427C-85A6-29F9253336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9138FC-4580-4F67-B974-6DC2219B87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174FB9-4016-49B5-A6C5-CAEA6E6CCE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BF7035-3774-4EE5-B686-13206D863E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63824A-E98F-42BD-8533-8C31BEBA1D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F93631-8F66-4C15-BBFD-82C1507730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9D325E-B098-49A9-941E-3314ADDD1D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  <a:lvl2pPr lvl="1" algn="l" defTabSz="457200">
              <a:spcBef>
                <a:spcPts val="43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  <a:p>
            <a:pPr marL="457200" lvl="1" algn="l" defTabSz="457200">
              <a:spcBef>
                <a:spcPts val="43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A6F9FA-E263-45AA-97E1-A94B28C5AD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Branded Title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Body level one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Body level two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LibreOffice/26.2.4.2$MacOSX_AARCH64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