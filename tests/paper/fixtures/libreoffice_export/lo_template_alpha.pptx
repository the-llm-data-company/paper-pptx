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B59A2D-9463-4548-BFF2-63806BC161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437FC2-8C67-436D-9074-689B68698E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5AD1B0-C64E-4D4D-BA58-09BDA2AAC7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A4C60D-E9C9-4089-9D9B-11E1E58262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Verdana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3A2C01-FDBD-4BEE-929B-0AD2B03857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1A9AA7-A0C0-4A52-9FD8-EE0B015C23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D1DBB4-BEAA-4707-9E31-65E8D48176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35ECEA-0C7D-407B-A9F2-C8647A3CFF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136A74-8892-4658-86AC-02376CF6D7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6F50A3-8B68-4995-97D1-C1C621AF82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Georgi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534BE4-60B9-4CFE-86DA-466862EF01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Alpha Overview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Verdana"/>
              </a:rPr>
              <a:t>Paper template alpha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Alpha Content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Georgi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Alpha point one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Alpha point two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alpha_pic" descr="image.png"/>
          <p:cNvPicPr/>
          <p:nvPr/>
        </p:nvPicPr>
        <p:blipFill>
          <a:blip r:embed="rId1"/>
          <a:stretch/>
        </p:blipFill>
        <p:spPr>
          <a:xfrm>
            <a:off x="914400" y="9144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alpha_box"/>
          <p:cNvSpPr/>
          <p:nvPr/>
        </p:nvSpPr>
        <p:spPr>
          <a:xfrm>
            <a:off x="3657600" y="182880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Alpha floating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per Alph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AA3311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 pitchFamily="0" charset="1"/>
        <a:ea typeface=""/>
        <a:cs typeface=""/>
      </a:majorFont>
      <a:minorFont>
        <a:latin typeface="Verdan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