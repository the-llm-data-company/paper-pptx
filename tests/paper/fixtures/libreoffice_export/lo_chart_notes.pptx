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Midwest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22.3</c:v>
                </c:pt>
                <c:pt idx="1">
                  <c:v>28.6</c:v>
                </c:pt>
                <c:pt idx="2">
                  <c:v>15.2</c:v>
                </c:pt>
              </c:numCache>
            </c:numRef>
          </c:val>
        </c:ser>
        <c:gapWidth val="150"/>
        <c:overlap val="0"/>
        <c:axId val="43956264"/>
        <c:axId val="97757773"/>
      </c:barChart>
      <c:catAx>
        <c:axId val="4395626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7757773"/>
        <c:crosses val="autoZero"/>
        <c:auto val="1"/>
        <c:lblAlgn val="ctr"/>
        <c:lblOffset val="100"/>
        <c:noMultiLvlLbl val="0"/>
      </c:catAx>
      <c:valAx>
        <c:axId val="9775777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395626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5D07B1-E618-469D-9C06-19F7AB2A0F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 for the clone fixture.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13DB45-6A89-4788-AACF-84F3176FE3F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66AC1A-3D2B-43E6-9B79-609ED83CD6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7CB4E3-157B-480D-833E-D19AF414E0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F48B1C-7493-4F16-BE43-7B7F3CA772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BECFFF-5040-4487-A1B5-4B591AA15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BF2387-9843-4124-BF07-081B46C49B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715700-B94B-40BE-BC8C-903C7F9427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9ECE21-4D25-4E73-94F8-62C57375CA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0B7674-BD24-4600-A2AA-BD864B9E15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6A1BE2-1CED-4581-AF47-18747B91AB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67D34-94C7-4C98-B3EB-5BC749F272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CF7B0E-FDFD-41C6-86C1-B0D7258BCB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Chart and notes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66" name="clone_fixture_chart"/>
          <p:cNvGraphicFramePr/>
          <p:nvPr/>
        </p:nvGraphicFramePr>
        <p:xfrm>
          <a:off x="914400" y="1371600"/>
          <a:ext cx="7314840" cy="457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