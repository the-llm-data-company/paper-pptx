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F00E02-CF4D-4351-B62E-8250B09A45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CBA52C-891F-425A-98F5-99D3DEBBD4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D14DC1-A9F6-452C-ABF2-4B915ED848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919B3A-0818-4036-A67A-B883B5DA2D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470077-9221-4092-B7F2-3C900AABD3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BDFCD3-866E-45BB-BA91-D3A14AADB3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F5EE9A-E97C-4D6E-A608-A672840D6C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FF065B-CC86-4F27-BED1-846FF4342F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D3A103-03A2-483E-8390-A481A0F049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012BB6-2938-47A5-A1AA-17E4586719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746A19-0363-4626-834D-A77C45E06B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shared_image_1" descr="image.png"/>
          <p:cNvPicPr/>
          <p:nvPr/>
        </p:nvPicPr>
        <p:blipFill>
          <a:blip r:embed="rId1"/>
          <a:stretch/>
        </p:blipFill>
        <p:spPr>
          <a:xfrm>
            <a:off x="914400" y="914400"/>
            <a:ext cx="1828440" cy="18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shared_image_2" descr="image.png"/>
          <p:cNvPicPr/>
          <p:nvPr/>
        </p:nvPicPr>
        <p:blipFill>
          <a:blip r:embed="rId1"/>
          <a:stretch/>
        </p:blipFill>
        <p:spPr>
          <a:xfrm>
            <a:off x="914400" y="914400"/>
            <a:ext cx="1828440" cy="18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