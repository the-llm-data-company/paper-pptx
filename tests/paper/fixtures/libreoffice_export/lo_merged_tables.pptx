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04B7A5-312B-4A36-9B7C-0B62E008CD8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DF3C71-058A-480D-A79F-79D1A2068C2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8F31E0-0E7A-410F-8E9F-007A67E35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59A6AA-49E0-4A5C-8FA1-E9124B27F6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83575F9-E020-4E99-AA8D-FCB7F846E4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9D97A6-D037-4A34-A97F-B1D3AE7422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EF527C-EADA-4ACC-A258-D3C812507D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C8863E-D963-403E-A887-05DD8071CE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9ED3A9-FC94-42D9-96BE-F36135C128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BAE5AA-575C-4A6D-BF7D-9C5B4683FA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0A3430-8C1A-4608-B742-EBD9472FF5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" name="merged_table"/>
          <p:cNvGraphicFramePr/>
          <p:nvPr/>
        </p:nvGraphicFramePr>
        <p:xfrm>
          <a:off x="457200" y="640080"/>
          <a:ext cx="8229240" cy="45720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914400">
                <a:tc gridSpan="4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Merged header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14400">
                <a:tc rowSpan="2"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Merged rows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914400">
                <a:tc vMerge="1">
                  <a:txBody>
                    <a:bodyPr lIns="90000" tIns="45000" rIns="90000" bIns="45000" anchor="t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9144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r4c0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r4c1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r4c2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r4c3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LibreOffice/26.2.4.2$MacOSX_AARCH64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