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389FBC-505C-42E2-9100-3C9ECE9FF0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3A2B6E-B08B-4496-B0EF-6E3D97030C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A75977-3890-4319-907E-98DF5DEEBF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B64551-DEF9-407D-AA97-F2BC14B5CC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EBE2A1-6E62-44CA-8D06-DB7A3E3F56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9665F6-F1D1-4979-BDC4-1D19EB774A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9A559F-AE3B-4E9D-B93D-1536E54F7F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4320B9-F77D-4DC8-BC02-395518716C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A0C7DB-3DBD-496E-8A55-F5E183B554F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EA920F-DF1A-4DBD-B403-2A1637CE17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23DC81-CEAE-419A-A42F-F96D9082DD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Footered slide 1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content on slide 1.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Paper Fixture 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761D8E-B08A-4AD2-BC5D-792EBF9C2D3E}" type="slidenum">
              <a:t>1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C6B1FA13-B9F8-4C34-881A-2B4A2DF99492}" type="datetime1">
              <a:rPr lang="en-US"/>
              <a:t>7/8/26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Footered slide 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content on slide 2.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Paper Fixture 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5F98A9D-AC88-45D1-B586-F271FB3785AC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B24C8B0-903F-4A70-AB7B-FA7E5086C8EE}" type="datetime1">
              <a:rPr lang="en-US"/>
              <a:t>7/8/26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Footered slide 3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content on slide 3.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00C499D-7C9E-4DED-B36B-7E127C4DA2E0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FE5A9E9A-3768-4384-8706-8692720D0A4F}" type="datetime1">
              <a:rPr lang="en-US"/>
              <a:t>7/8/26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Footered slide 4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content on slide 4.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Paper Fixture 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10347F2-1F95-480E-8E6C-62162F05E7CC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C58E659D-CBDC-45F0-9CA9-F898A519163E}" type="datetime1">
              <a:rPr lang="en-US"/>
              <a:t>7/8/26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Footered slide 5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Body content on slide 5.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Paper Fixture 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D20ED2B-957E-4DDA-9291-4DF6C69353A6}" type="slidenum">
              <a:t>5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E39EE93-F689-4944-B5D5-614080F4DD65}" type="datetime1">
              <a:rPr lang="en-US"/>
              <a:t>7/8/26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