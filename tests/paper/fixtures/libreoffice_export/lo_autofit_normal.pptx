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0D160B-BA22-4C7D-B230-D6A5C8CD9C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3F5D4C-A6C4-4B5E-AC00-0A3C3E9132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8A3F69-C321-4C39-9D8A-81F8FE75E7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BA4B8AE-2352-4A85-A29C-171580FE3B3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742FAE-94FF-4F2C-BEFD-B74C77B732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F2489B-7B9E-4F32-9EE1-EF71419AC3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10ACCB-7117-43B7-9178-FCDF710B25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1053A4-542F-44E1-A836-421D962540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AF88C8-D15D-4FE6-AB47-770C1B0E4E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895C5C-E879-4AB1-AC49-6A57F312DB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C9CC81-5FDB-4840-BA6A-71638F2104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autofit_box"/>
          <p:cNvSpPr/>
          <p:nvPr/>
        </p:nvSpPr>
        <p:spPr>
          <a:xfrm>
            <a:off x="914400" y="914400"/>
            <a:ext cx="3657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Autofit fixture text that is long enough to exercise fitting behavior.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LibreOffice/26.2.4.2$MacOSX_AARCH64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